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OSINT for the 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A5FA"/>
                </a:solidFill>
                <a:latin typeface="Calibri"/>
              </a:rPr>
              <a:t>Pre-Call Intelligence for SLED Sales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Multi-agent AI research platform  |  18 public data sources  |  1 actionable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3"/>
                </a:solidFill>
                <a:latin typeface="Calibri"/>
              </a:rPr>
              <a:t>Andy  |  Solutions Engineer Candidate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SE pre-call research is a quota 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Every qualified account requires 2-4 hours of manual research across: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3"/>
                </a:solidFill>
                <a:latin typeface="Calibri"/>
              </a:rPr>
              <a:t>   SEC filings, news articles, job boards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3"/>
                </a:solidFill>
                <a:latin typeface="Calibri"/>
              </a:rPr>
              <a:t>   Federal databases (NCES, SAM, HHS, Clery)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3"/>
                </a:solidFill>
                <a:latin typeface="Calibri"/>
              </a:rPr>
              <a:t>   Cooperative procurement portals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475563"/>
                </a:solidFill>
                <a:latin typeface="Calibri"/>
              </a:rPr>
              <a:t>   Campus safety reports, Reddit, GitHub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Most SEs skip it. The rest settle for ChatGPT summaries with zero source citations.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27432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2-4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SE prep time per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926080"/>
            <a:ext cx="27432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source citations from ChatGPT
or Clay or Sales Navigator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Why generic AI doesn't solve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ChatGPT / Claude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3"/>
                </a:solidFill>
                <a:latin typeface="Calibri"/>
              </a:rPr>
              <a:t>No sources. No structure. Could be about any company. Hallucination risk on names, dates, financials.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Clay / Apollo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94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3"/>
                </a:solidFill>
                <a:latin typeface="Calibri"/>
              </a:rPr>
              <a:t>Contact enrichment, not account intelligence. No SLED-specific sources. No synthesis.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Sales Navigator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3"/>
                </a:solidFill>
                <a:latin typeface="Calibri"/>
              </a:rPr>
              <a:t>Org chart and news feed. No federal data, procurement signals, or discovery question generation.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Manual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3"/>
                </a:solidFill>
                <a:latin typeface="Calibri"/>
              </a:rPr>
              <a:t>Accurate but takes 2-4 hrs. Doesn't scale. Knowledge walks when the SE does.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OSINT discipline applied to SE pre-call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Open-source intelligence (OSINT) is the systematic collection and analysis of publicly available information. It's how governments, analysts, and investigators build target profiles.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This platform applies that discipline to sales engineering: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0A5FA"/>
                </a:solidFill>
                <a:latin typeface="Calibri"/>
              </a:rPr>
              <a:t>  18 public data sources collected and cached automatically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0A5FA"/>
                </a:solidFill>
                <a:latin typeface="Calibri"/>
              </a:rPr>
              <a:t>  Multi-agent AI synthesis with anti-genericness rules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0A5FA"/>
                </a:solidFill>
                <a:latin typeface="Calibri"/>
              </a:rPr>
              <a:t>  Source attribution on every claim (URL + date)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0A5FA"/>
                </a:solidFill>
                <a:latin typeface="Calibri"/>
              </a:rPr>
              <a:t>  Persona-filtered discovery questions from a rule engine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0A5FA"/>
                </a:solidFill>
                <a:latin typeface="Calibri"/>
              </a:rPr>
              <a:t>  MEDDIC qualification with named champions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0A5FA"/>
                </a:solidFill>
                <a:latin typeface="Calibri"/>
              </a:rPr>
              <a:t>  Vendor-agnostic: swap persona file, new vendor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Four-phase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92024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COLLECT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18 source clients
parallel execution
cache-aware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371600"/>
            <a:ext cx="1920240" cy="3657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ENRICH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Champion signals
per-individual
Tavily + Haiku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1920240" cy="36576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3 Sonnet subagents
structured JSON
confidence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59" y="1371600"/>
            <a:ext cx="1920240" cy="36576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SYNTHESIZE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194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Opus synthesizer
persona rules
MEDDIC + GTM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Phase 4: 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3"/>
                </a:solidFill>
                <a:latin typeface="Calibri"/>
              </a:rPr>
              <a:t>JSON brief  &gt;  HTML template (Tailwind)  &gt;  Browser-rendered deliverable with source footnote chips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MODEL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Haiku: parsing/extraction  |  Sonnet: per-source reasoning  |  Opus: final synthesis + specificity rewrite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18 sources covering SLED-specific intel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Calibri"/>
              </a:rPr>
              <a:t>Federal /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SEC EDGAR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NCES (K-12 districts)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Clery Act (campus crime)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SAM.gov (gov registrations)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HHS OCR (HIPAA breaches)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Calibri"/>
              </a:rPr>
              <a:t>Market / Procurement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Sourcewell coop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TIPS-USA coop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OMNIA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06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HGACBuy + discounts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COSTARS (PA)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GA state procurement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661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Atlanta city procurement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Calibri"/>
              </a:rPr>
              <a:t>Signal /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News (Tavily)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Indeed job postings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crt.sh (SSL/infra)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06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GitHub (tech stack)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Reddit (practitioner)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Leadership pages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SYNTHESIS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persona file is the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1.  Source attribution required on every factual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2.  'Insufficient data' is a valid output — empty beats filler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3.  No generic claims — reject anything that could describe another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4.  Confidence levels per claim (high / medium / inference)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5.  Trigger-driven discovery questions from persona templates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6.  Specificity rewrite pass on every synthesis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verkada-se.yml defines: product lines, ICP verticals, displacement targets,
triggers with discovery templates, buyer personas, disqualifiers, champion criteria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Calibri"/>
              </a:rPr>
              <a:t>python3 orchestrator.py "Atlanta Public Schools"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One command.
18 source clients fire in parallel.
3 Sonnet subagents analyze in sequence.
Opus synthesizes against the persona rule engine.
HTML brief renders in browser.
~3 minutes. Zero manual research.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DEMO: APS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Three moments to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1. NDAA + Federal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NCES data: 100% Title I, 73% FRPL, 86 schools. Cross-referenced with Sourcewell #041524-VRK. Discovery question: 'Has procurement reviewed whether existing security hardware meets NDAA requirements?'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2. Cooperative Purchasing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HGACBuy: Verkada SE05-26 with Pavion as partner (5% discount tier). Competitor manufacturers visible: Avigilon, Axis, Genetec, HANWHA, Milestone, Motorola. OMNIA: R250206. This is displacement intel.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Calibri"/>
              </a:rPr>
              <a:t>3. Named Champion Projection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7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Leadership page scraped. Named individuals scored on role fit, tenure, career arc, public voice, topic affinity, authority. MEDDIC Champion field populated with a person, not a placeholder.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MEDDIC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Pre-call qualification, not post-call CRM 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45920" cy="34747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Quantified from NCES enrollment, site counts, federal funding amounts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645920" cy="34747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Economic Buyer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745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Named from leadership data + persona meddic_role mappings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39"/>
            <a:ext cx="1645920" cy="34747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Decision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774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Derived from vertical drivers + pain hypotheses + NDAA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59"/>
            <a:ext cx="1645920" cy="34747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Decision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803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Inferred from entity type + cooperative purchasing vehicle availability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79"/>
            <a:ext cx="1645920" cy="34747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Identify Pain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Highest-confidence pain hypothesis mapped to Verkada product capability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199"/>
            <a:ext cx="1645920" cy="34747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Champion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861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Named individual with champion_fit_score, not a role placeholder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19"/>
            <a:ext cx="1645920" cy="34747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3891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Vendor hits from crt.sh + job postings + cooperative vehicle competitor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Every field has: evidence array, confidence tag, gap analysis, source quality rating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CHAMPION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Project, don't detect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Named individuals scored on 6 weighted factors from public signals: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Role Fit (25%)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03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Title parsing against persona role_priority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Topic Affinity (20%)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14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Haiku topic extraction from public commentary vs champion_topic_signals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Career Arc (15%)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Prior employers cross-referenced against vendor_alumni_indicators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Public Voice (15%)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37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Speaking, writing, media activity frequency +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Authority (15%)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Director+ level, budget mentions, team size hints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Recency (10%)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160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Tenure inference — recent hires have higher openness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Output: score_breakdown per factor, reasoning_summary, recommended_validation_question.
These are projections. The SE validates via discovery.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GTM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Built for Verkada's sales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Meraki-style land-and-expand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Pelican case POC &gt; initial rollout &gt; full platform. Expansion ratio calculated from site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Cooperative-first 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Sourcewell, OMNIA, HGACBuy contracts pre-identified. Bypass full RFP cycle for SLED.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Displacement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crt.sh + job posts + coop vehicle competitor lists surface incumbent vendors. Persona file has verkada_counter text per vendor.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Channel partner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Region + vertical + cooperative data &gt; specific integrator suggestion (e.g., Pavion for GA K-12 via HGACBuy).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Bundle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3"/>
                </a:solidFill>
                <a:latin typeface="Calibri"/>
              </a:rPr>
              <a:t>Vertical drivers &gt; primary products (Cameras) + expansion products (Access Control, Alarms, Sensors).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VALUE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Time back to quota-carrying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60A5FA"/>
                </a:solidFill>
                <a:latin typeface="Calibri"/>
              </a:rPr>
              <a:t>Per SE: 2-4 hours saved per qualified account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10 accounts/month x 3 hrs avg = 30 hrs/month back</a:t>
            </a:r>
          </a:p>
          <a:p>
            <a:pPr algn="l">
              <a:spcAft>
                <a:spcPts val="2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That's 3.75 selling days recovered per SE per month.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At 20 SEs: 750 hours/month = 93 selling days</a:t>
            </a:r>
          </a:p>
          <a:p>
            <a:pPr algn="l">
              <a:spcAft>
                <a:spcPts val="20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At 100 SEs: 3,750 hours/month = 468 selling days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Every hour the SE doesn't spend on research is an hour spent on demos, POCs, and closing.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V1 built. V2 and V3 scoped.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3657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V1 —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18 free public OSINT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Multi-agent synthesis (Haiku/Sonnet/Opus)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Persona rule engine (verkada-se.yml)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MEDDIC + champion projection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Cooperative purchasing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HTML brief with source footnotes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560320" cy="3657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V2 —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Apollo integration (org charts, direct dials)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Per-district RFP scraping (state procurement portals)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LinkedIn profile enrichment (via API, not scrape)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17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Automated competitive displacement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560320" cy="36576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V3 —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CRM sync (Salesforce push/pull)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Slack bot for on-demand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Team dashboards and territory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17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  Custom vertical modules (healthcare, retail, manufacturing)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WHY I BUILT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 wanted to show how I'd actually prepare
for accounts if you hire 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This isn't a portfolio project. It's the tool I'd use on day one.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persona file is vendor-agnostic by design. verkada-se.yml today, but the architecture works for any SE org that wants sourced, specific, persona-filtered pre-call intelligence.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two demo accounts (Atlanta Public Schools, Georgia Tech) were chosen because they exercise the SLED-specific sources that differentiate this from generic AI research.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Calibri"/>
              </a:rPr>
              <a:t>I built the tool, but the real asset is the methodology.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Pre-loaded for common objections:
"How is this different from Clay?" — Clay is contact enrichment, not account intelligence.
"Does this scale?" — 18 clients run in parallel. ~3 min per account.
"What about data freshness?" — Per-source cache TTLs. News: 7 days. SEC: 90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